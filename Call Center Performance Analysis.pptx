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2" r:id="rId5"/>
    <p:sldId id="258" r:id="rId6"/>
    <p:sldId id="260" r:id="rId7"/>
    <p:sldId id="261" r:id="rId8"/>
    <p:sldId id="259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Call Center Performance Analysis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/>
              <a:t>Business Background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/>
              <a:t>This Project is based on the BPO/ITES sector, specifically customer service and call center operations.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 sz="3600"/>
              <a:t>Business Problem</a:t>
            </a:r>
            <a:endParaRPr lang="en-US" sz="3600"/>
          </a:p>
          <a:p>
            <a:pPr marL="0" indent="0">
              <a:buNone/>
            </a:pPr>
            <a:r>
              <a:rPr lang="en-US"/>
              <a:t>In call centers, it is difficult to monitor call volume, waiting time, agent performance, unresolved calls using traditional reports.</a:t>
            </a:r>
            <a:endParaRPr lang="en-US"/>
          </a:p>
          <a:p>
            <a:pPr marL="0" indent="0">
              <a:buNone/>
            </a:pPr>
            <a:r>
              <a:rPr lang="en-US"/>
              <a:t>So, I created a Power BI Dashboard to analyze call center performance and help management make better business decisions.</a:t>
            </a: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Solution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Indha problems-ku Solution-ah Power BI-la interactive dashboard create pannirukken. Idhula KPI Cards, Call Volume Trends, Issue Category, Agent Performance, Region-wise calls Analyze Pannirukken. Indha results use panni agents-ai correct-ah allocate Pannalaam, Waiting Time reduce Pannalaam, Customer Satisfaction improve Pannalaam.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Data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/>
              <a:t>I used Power BI to analyze call volume, issue categories, agent performance, resolution rate, and customer satisfaction.</a:t>
            </a:r>
            <a:endParaRPr lang="en-US" sz="36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Modeling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/>
              <a:t>I Used three tables in my project.</a:t>
            </a:r>
            <a:endParaRPr lang="en-US"/>
          </a:p>
          <a:p>
            <a:r>
              <a:rPr lang="en-US"/>
              <a:t>Call_Transactions-Call details</a:t>
            </a:r>
            <a:endParaRPr lang="en-US"/>
          </a:p>
          <a:p>
            <a:r>
              <a:rPr lang="en-US"/>
              <a:t>Customer_Directory-Customer details</a:t>
            </a:r>
            <a:endParaRPr lang="en-US"/>
          </a:p>
          <a:p>
            <a:r>
              <a:rPr lang="en-US"/>
              <a:t>Call_Services-Service details</a:t>
            </a:r>
            <a:endParaRPr lang="en-US"/>
          </a:p>
          <a:p>
            <a:pPr marL="0" indent="0">
              <a:buNone/>
            </a:pPr>
            <a:r>
              <a:rPr lang="en-US"/>
              <a:t>Relationship:</a:t>
            </a:r>
            <a:endParaRPr lang="en-US"/>
          </a:p>
          <a:p>
            <a:pPr marL="0" indent="0">
              <a:buNone/>
            </a:pPr>
            <a:r>
              <a:rPr lang="en-US"/>
              <a:t>Customer ID and Service ID</a:t>
            </a:r>
            <a:endParaRPr lang="en-US"/>
          </a:p>
          <a:p>
            <a:pPr marL="0" indent="0">
              <a:buNone/>
            </a:pPr>
            <a:r>
              <a:rPr lang="en-US"/>
              <a:t>Customer ID use to Customer Directory Table-ai Call Transactions-oda Connect Panniruken. Service ID use to Call Services table-ai Call Transactions-oda connect Panniruken.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/>
              <a:t>Dashboard Components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KPI Cards: Total Calls, Abandonment Rate, Resolution Rate, Average Handle Time, Average CSAT</a:t>
            </a:r>
            <a:endParaRPr lang="en-US"/>
          </a:p>
          <a:p>
            <a:r>
              <a:rPr lang="en-US"/>
              <a:t>Call Volume Trend: Shows how call volume changes over time</a:t>
            </a:r>
            <a:endParaRPr lang="en-US"/>
          </a:p>
          <a:p>
            <a:r>
              <a:rPr lang="en-US"/>
              <a:t>Agent Performance: compares calls handled, AHT and resolution rate</a:t>
            </a:r>
            <a:endParaRPr lang="en-US"/>
          </a:p>
          <a:p>
            <a:r>
              <a:rPr lang="en-US"/>
              <a:t>Issue Category &amp; Region Charts: compare call patterns by issue and region</a:t>
            </a:r>
            <a:endParaRPr lang="en-US"/>
          </a:p>
          <a:p>
            <a:r>
              <a:rPr lang="en-US"/>
              <a:t>Slicers: filter the dashboard by date, issue category and team</a:t>
            </a:r>
            <a:endParaRPr 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Dax measures	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DAX: Total Calls=Count(‘Call_Transactions’[Call_ID])</a:t>
            </a:r>
            <a:endParaRPr lang="en-US"/>
          </a:p>
          <a:p>
            <a:r>
              <a:rPr lang="en-US"/>
              <a:t>I used DAX to calculate KPIs and analyze call center performance</a:t>
            </a:r>
            <a:endParaRPr lang="en-US"/>
          </a:p>
          <a:p>
            <a:r>
              <a:rPr lang="en-US"/>
              <a:t>DAX helps management monitor call volume, resolution rate, handling time, and customer satisfaction.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Results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The Final outcome of my project is an interactive Power BI dashboard that helps analyze call center performance, identify service improvement areas, and support better operational decisions.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2040</Words>
  <Application>WPS Presentation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Center Performance Analysis</dc:title>
  <dc:creator>mgowr</dc:creator>
  <cp:lastModifiedBy>mgowr</cp:lastModifiedBy>
  <cp:revision>1</cp:revision>
  <dcterms:created xsi:type="dcterms:W3CDTF">2026-10-13T15:58:43Z</dcterms:created>
  <dcterms:modified xsi:type="dcterms:W3CDTF">2026-10-13T15:58:43Z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FAFBC67506E64EF1BDF76FA2894A4A85_11</vt:lpwstr>
  </property>
</Properties>
</file>